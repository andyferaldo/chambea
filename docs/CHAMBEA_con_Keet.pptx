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7" r:id="rId20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 Now Display Heavy" charset="1" panose="020B0A04030202020204"/>
      <p:regular r:id="rId17"/>
    </p:embeddedFont>
    <p:embeddedFont>
      <p:font typeface="Helvetica Now Display Bold" charset="1" panose="020B0804030202020204"/>
      <p:regular r:id="rId18"/>
    </p:embeddedFont>
    <p:embeddedFont>
      <p:font typeface="Helvetica Now Display" charset="1" panose="020B050403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  <Relationship Id="rId20" Type="http://schemas.openxmlformats.org/officeDocument/2006/relationships/slide" Target="slides/slide12.xml"/>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15" Target="../media/image15.png" Type="http://schemas.openxmlformats.org/officeDocument/2006/relationships/image"/><Relationship Id="rId16" Target="../media/image16.pn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19.png" Type="http://schemas.openxmlformats.org/officeDocument/2006/relationships/image"/><Relationship Id="rId2" Target="../media/image1.png" Type="http://schemas.openxmlformats.org/officeDocument/2006/relationships/image"/><Relationship Id="rId20" Target="../media/image20.png" Type="http://schemas.openxmlformats.org/officeDocument/2006/relationships/image"/><Relationship Id="rId21" Target="../media/image21.png" Type="http://schemas.openxmlformats.org/officeDocument/2006/relationships/image"/><Relationship Id="rId22" Target="../media/image22.png" Type="http://schemas.openxmlformats.org/officeDocument/2006/relationships/image"/><Relationship Id="rId23" Target="../media/image23.png" Type="http://schemas.openxmlformats.org/officeDocument/2006/relationships/image"/><Relationship Id="rId24" Target="../media/image24.png" Type="http://schemas.openxmlformats.org/officeDocument/2006/relationships/image"/><Relationship Id="rId25" Target="../media/image25.png" Type="http://schemas.openxmlformats.org/officeDocument/2006/relationships/image"/><Relationship Id="rId26" Target="../media/image26.png" Type="http://schemas.openxmlformats.org/officeDocument/2006/relationships/image"/><Relationship Id="rId27" Target="../media/image27.png" Type="http://schemas.openxmlformats.org/officeDocument/2006/relationships/image"/><Relationship Id="rId28" Target="../media/image28.png" Type="http://schemas.openxmlformats.org/officeDocument/2006/relationships/image"/><Relationship Id="rId29" Target="../media/image29.png" Type="http://schemas.openxmlformats.org/officeDocument/2006/relationships/image"/><Relationship Id="rId3" Target="../media/image2.svg" Type="http://schemas.openxmlformats.org/officeDocument/2006/relationships/image"/><Relationship Id="rId30" Target="../media/image30.png" Type="http://schemas.openxmlformats.org/officeDocument/2006/relationships/image"/><Relationship Id="rId31" Target="../media/image31.png" Type="http://schemas.openxmlformats.org/officeDocument/2006/relationships/image"/><Relationship Id="rId32" Target="../media/image32.png" Type="http://schemas.openxmlformats.org/officeDocument/2006/relationships/image"/><Relationship Id="rId33" Target="../media/image33.png" Type="http://schemas.openxmlformats.org/officeDocument/2006/relationships/image"/><Relationship Id="rId34" Target="../media/image34.png" Type="http://schemas.openxmlformats.org/officeDocument/2006/relationships/image"/><Relationship Id="rId35" Target="../media/image35.png" Type="http://schemas.openxmlformats.org/officeDocument/2006/relationships/image"/><Relationship Id="rId36" Target="../media/image36.png" Type="http://schemas.openxmlformats.org/officeDocument/2006/relationships/image"/><Relationship Id="rId37" Target="../media/image37.png" Type="http://schemas.openxmlformats.org/officeDocument/2006/relationships/image"/><Relationship Id="rId38" Target="../media/image38.png" Type="http://schemas.openxmlformats.org/officeDocument/2006/relationships/image"/><Relationship Id="rId39" Target="../media/image39.png" Type="http://schemas.openxmlformats.org/officeDocument/2006/relationships/image"/><Relationship Id="rId4" Target="../media/image4.png" Type="http://schemas.openxmlformats.org/officeDocument/2006/relationships/image"/><Relationship Id="rId40" Target="../media/image40.png" Type="http://schemas.openxmlformats.org/officeDocument/2006/relationships/image"/><Relationship Id="rId41" Target="../media/image41.png" Type="http://schemas.openxmlformats.org/officeDocument/2006/relationships/image"/><Relationship Id="rId42" Target="../media/image42.png" Type="http://schemas.openxmlformats.org/officeDocument/2006/relationships/image"/><Relationship Id="rId43" Target="../media/image43.png" Type="http://schemas.openxmlformats.org/officeDocument/2006/relationships/image"/><Relationship Id="rId44" Target="../media/image44.png" Type="http://schemas.openxmlformats.org/officeDocument/2006/relationships/image"/><Relationship Id="rId45" Target="../media/image45.png" Type="http://schemas.openxmlformats.org/officeDocument/2006/relationships/image"/><Relationship Id="rId46" Target="../media/image46.png" Type="http://schemas.openxmlformats.org/officeDocument/2006/relationships/image"/><Relationship Id="rId47" Target="../media/image47.png" Type="http://schemas.openxmlformats.org/officeDocument/2006/relationships/image"/><Relationship Id="rId48" Target="../media/image48.png" Type="http://schemas.openxmlformats.org/officeDocument/2006/relationships/image"/><Relationship Id="rId49" Target="../media/image49.png" Type="http://schemas.openxmlformats.org/officeDocument/2006/relationships/image"/><Relationship Id="rId5" Target="../media/image5.png" Type="http://schemas.openxmlformats.org/officeDocument/2006/relationships/image"/><Relationship Id="rId50" Target="../media/image50.png" Type="http://schemas.openxmlformats.org/officeDocument/2006/relationships/image"/><Relationship Id="rId51" Target="../media/image51.png" Type="http://schemas.openxmlformats.org/officeDocument/2006/relationships/image"/><Relationship Id="rId52" Target="../media/image52.png" Type="http://schemas.openxmlformats.org/officeDocument/2006/relationships/image"/><Relationship Id="rId53" Target="../media/image53.png" Type="http://schemas.openxmlformats.org/officeDocument/2006/relationships/image"/><Relationship Id="rId54" Target="../media/image54.png" Type="http://schemas.openxmlformats.org/officeDocument/2006/relationships/image"/><Relationship Id="rId55" Target="../media/image55.png" Type="http://schemas.openxmlformats.org/officeDocument/2006/relationships/image"/><Relationship Id="rId56" Target="../media/image56.png" Type="http://schemas.openxmlformats.org/officeDocument/2006/relationships/image"/><Relationship Id="rId57" Target="../media/image57.png" Type="http://schemas.openxmlformats.org/officeDocument/2006/relationships/image"/><Relationship Id="rId58" Target="../media/image58.png" Type="http://schemas.openxmlformats.org/officeDocument/2006/relationships/image"/><Relationship Id="rId59" Target="../media/image59.png" Type="http://schemas.openxmlformats.org/officeDocument/2006/relationships/image"/><Relationship Id="rId6" Target="../media/image6.png" Type="http://schemas.openxmlformats.org/officeDocument/2006/relationships/image"/><Relationship Id="rId60" Target="../media/image60.png" Type="http://schemas.openxmlformats.org/officeDocument/2006/relationships/image"/><Relationship Id="rId61" Target="../media/image61.png" Type="http://schemas.openxmlformats.org/officeDocument/2006/relationships/image"/><Relationship Id="rId62" Target="../media/image62.png" Type="http://schemas.openxmlformats.org/officeDocument/2006/relationships/image"/><Relationship Id="rId63" Target="../media/image63.png" Type="http://schemas.openxmlformats.org/officeDocument/2006/relationships/image"/><Relationship Id="rId64" Target="../media/image64.png" Type="http://schemas.openxmlformats.org/officeDocument/2006/relationships/image"/><Relationship Id="rId65" Target="../media/image65.png" Type="http://schemas.openxmlformats.org/officeDocument/2006/relationships/image"/><Relationship Id="rId66" Target="../media/image6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_keet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96828" y="4361416"/>
            <a:ext cx="924858" cy="1168857"/>
          </a:xfrm>
          <a:custGeom>
            <a:avLst/>
            <a:gdLst/>
            <a:ahLst/>
            <a:cxnLst/>
            <a:rect r="r" b="b" t="t" l="l"/>
            <a:pathLst>
              <a:path h="1168857" w="924858">
                <a:moveTo>
                  <a:pt x="0" y="0"/>
                </a:moveTo>
                <a:lnTo>
                  <a:pt x="924858" y="0"/>
                </a:lnTo>
                <a:lnTo>
                  <a:pt x="924858" y="1168856"/>
                </a:lnTo>
                <a:lnTo>
                  <a:pt x="0" y="1168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39222"/>
            <a:ext cx="18288000" cy="9201150"/>
          </a:xfrm>
          <a:custGeom>
            <a:avLst/>
            <a:gdLst/>
            <a:ahLst/>
            <a:cxnLst/>
            <a:rect r="r" b="b" t="t" l="l"/>
            <a:pathLst>
              <a:path h="9201150" w="18288000">
                <a:moveTo>
                  <a:pt x="0" y="0"/>
                </a:moveTo>
                <a:lnTo>
                  <a:pt x="18288000" y="0"/>
                </a:lnTo>
                <a:lnTo>
                  <a:pt x="1828800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96828" y="4361416"/>
            <a:ext cx="924858" cy="1168857"/>
          </a:xfrm>
          <a:custGeom>
            <a:avLst/>
            <a:gdLst/>
            <a:ahLst/>
            <a:cxnLst/>
            <a:rect r="r" b="b" t="t" l="l"/>
            <a:pathLst>
              <a:path h="1168857" w="924858">
                <a:moveTo>
                  <a:pt x="0" y="0"/>
                </a:moveTo>
                <a:lnTo>
                  <a:pt x="924858" y="0"/>
                </a:lnTo>
                <a:lnTo>
                  <a:pt x="924858" y="1168856"/>
                </a:lnTo>
                <a:lnTo>
                  <a:pt x="0" y="1168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4320" y="932640"/>
            <a:ext cx="4590473" cy="1265382"/>
          </a:xfrm>
          <a:custGeom>
            <a:avLst/>
            <a:gdLst/>
            <a:ahLst/>
            <a:cxnLst/>
            <a:rect r="r" b="b" t="t" l="l"/>
            <a:pathLst>
              <a:path h="1265382" w="4590473">
                <a:moveTo>
                  <a:pt x="0" y="0"/>
                </a:moveTo>
                <a:lnTo>
                  <a:pt x="4590473" y="0"/>
                </a:lnTo>
                <a:lnTo>
                  <a:pt x="4590473" y="1265382"/>
                </a:lnTo>
                <a:lnTo>
                  <a:pt x="0" y="12653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12" t="-1459" r="-2213" b="-1532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3702" y="1117367"/>
            <a:ext cx="775855" cy="886691"/>
          </a:xfrm>
          <a:custGeom>
            <a:avLst/>
            <a:gdLst/>
            <a:ahLst/>
            <a:cxnLst/>
            <a:rect r="r" b="b" t="t" l="l"/>
            <a:pathLst>
              <a:path h="886691" w="775855">
                <a:moveTo>
                  <a:pt x="0" y="0"/>
                </a:moveTo>
                <a:lnTo>
                  <a:pt x="775854" y="0"/>
                </a:lnTo>
                <a:lnTo>
                  <a:pt x="775854" y="886691"/>
                </a:lnTo>
                <a:lnTo>
                  <a:pt x="0" y="886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857" t="-22916" r="-10714" b="-1979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1660" y="1133498"/>
            <a:ext cx="3032779" cy="79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</a:pPr>
            <a:r>
              <a:rPr lang="en-US" sz="5220" b="true">
                <a:solidFill>
                  <a:srgbClr val="FFFFFF"/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cham</a:t>
            </a:r>
            <a:r>
              <a:rPr lang="en-US" sz="5220" b="true">
                <a:solidFill>
                  <a:srgbClr val="F8BA32"/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bea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566" y="4066668"/>
            <a:ext cx="4077856" cy="135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2"/>
              </a:lnSpc>
            </a:pPr>
            <a:r>
              <a:rPr lang="en-US" sz="9017" spc="180" b="true">
                <a:solidFill>
                  <a:srgbClr val="F8BA32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cuenta.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9883" y="5646959"/>
            <a:ext cx="7746155" cy="134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9"/>
              </a:lnSpc>
            </a:pPr>
            <a:r>
              <a:rPr lang="en-US" sz="3041" b="true">
                <a:solidFill>
                  <a:srgbClr val="FFFFFF">
                    <a:alpha val="80000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Reconocemos lo que ya sabes hacer y lo convertimos en tu siguiente trabajo, con los servicios gratuitos del Estado.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6276" y="9119048"/>
            <a:ext cx="9106908" cy="24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6"/>
              </a:lnSpc>
            </a:pPr>
            <a:r>
              <a:rPr lang="en-US" sz="1705" b="true">
                <a:solidFill>
                  <a:srgbClr val="FFFFFF">
                    <a:alpha val="80000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Innovathon  Ulima x  Tether 2026  ·  Reto del Ministerio de Trabajo  y Promoción del Empleo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984393" y="821804"/>
            <a:ext cx="3888509" cy="8238836"/>
          </a:xfrm>
          <a:custGeom>
            <a:avLst/>
            <a:gdLst/>
            <a:ahLst/>
            <a:cxnLst/>
            <a:rect r="r" b="b" t="t" l="l"/>
            <a:pathLst>
              <a:path h="8238836" w="3888509">
                <a:moveTo>
                  <a:pt x="0" y="0"/>
                </a:moveTo>
                <a:lnTo>
                  <a:pt x="3888509" y="0"/>
                </a:lnTo>
                <a:lnTo>
                  <a:pt x="3888509" y="8238836"/>
                </a:lnTo>
                <a:lnTo>
                  <a:pt x="0" y="82388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938" t="-1345" r="-6650" b="-280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16902" y="1126604"/>
            <a:ext cx="92364" cy="166255"/>
          </a:xfrm>
          <a:custGeom>
            <a:avLst/>
            <a:gdLst/>
            <a:ahLst/>
            <a:cxnLst/>
            <a:rect r="r" b="b" t="t" l="l"/>
            <a:pathLst>
              <a:path h="166255" w="92364">
                <a:moveTo>
                  <a:pt x="0" y="0"/>
                </a:moveTo>
                <a:lnTo>
                  <a:pt x="92364" y="0"/>
                </a:lnTo>
                <a:lnTo>
                  <a:pt x="92364" y="166254"/>
                </a:lnTo>
                <a:lnTo>
                  <a:pt x="0" y="166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9999" t="-127777" r="-159999" b="-2777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66647" y="1071185"/>
            <a:ext cx="184727" cy="203200"/>
          </a:xfrm>
          <a:custGeom>
            <a:avLst/>
            <a:gdLst/>
            <a:ahLst/>
            <a:cxnLst/>
            <a:rect r="r" b="b" t="t" l="l"/>
            <a:pathLst>
              <a:path h="203200" w="184727">
                <a:moveTo>
                  <a:pt x="0" y="0"/>
                </a:moveTo>
                <a:lnTo>
                  <a:pt x="184728" y="0"/>
                </a:lnTo>
                <a:lnTo>
                  <a:pt x="184728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000" t="-77272" r="0" b="-3181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80305" y="1139129"/>
            <a:ext cx="826650" cy="1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"/>
              </a:lnSpc>
            </a:pPr>
            <a:r>
              <a:rPr lang="en-US" sz="1142" spc="22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Paso 3 de 4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291011" y="1145076"/>
            <a:ext cx="175491" cy="129309"/>
          </a:xfrm>
          <a:custGeom>
            <a:avLst/>
            <a:gdLst/>
            <a:ahLst/>
            <a:cxnLst/>
            <a:rect r="r" b="b" t="t" l="l"/>
            <a:pathLst>
              <a:path h="129309" w="175491">
                <a:moveTo>
                  <a:pt x="0" y="0"/>
                </a:moveTo>
                <a:lnTo>
                  <a:pt x="175491" y="0"/>
                </a:lnTo>
                <a:lnTo>
                  <a:pt x="175491" y="129309"/>
                </a:lnTo>
                <a:lnTo>
                  <a:pt x="0" y="129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9473" t="-14285" r="-42105" b="-5000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52247" y="1477585"/>
            <a:ext cx="803564" cy="110836"/>
          </a:xfrm>
          <a:custGeom>
            <a:avLst/>
            <a:gdLst/>
            <a:ahLst/>
            <a:cxnLst/>
            <a:rect r="r" b="b" t="t" l="l"/>
            <a:pathLst>
              <a:path h="110836" w="803564">
                <a:moveTo>
                  <a:pt x="0" y="0"/>
                </a:moveTo>
                <a:lnTo>
                  <a:pt x="803564" y="0"/>
                </a:lnTo>
                <a:lnTo>
                  <a:pt x="803564" y="110837"/>
                </a:lnTo>
                <a:lnTo>
                  <a:pt x="0" y="1108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643" t="-133333" r="-11494" b="-15833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16902" y="1569949"/>
            <a:ext cx="2466109" cy="46182"/>
          </a:xfrm>
          <a:custGeom>
            <a:avLst/>
            <a:gdLst/>
            <a:ahLst/>
            <a:cxnLst/>
            <a:rect r="r" b="b" t="t" l="l"/>
            <a:pathLst>
              <a:path h="46182" w="2466109">
                <a:moveTo>
                  <a:pt x="0" y="0"/>
                </a:moveTo>
                <a:lnTo>
                  <a:pt x="2466109" y="0"/>
                </a:lnTo>
                <a:lnTo>
                  <a:pt x="2466109" y="46182"/>
                </a:lnTo>
                <a:lnTo>
                  <a:pt x="0" y="461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741" t="-60000" r="-6367" b="-32000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101993" y="1477585"/>
            <a:ext cx="803564" cy="110836"/>
          </a:xfrm>
          <a:custGeom>
            <a:avLst/>
            <a:gdLst/>
            <a:ahLst/>
            <a:cxnLst/>
            <a:rect r="r" b="b" t="t" l="l"/>
            <a:pathLst>
              <a:path h="110836" w="803564">
                <a:moveTo>
                  <a:pt x="0" y="0"/>
                </a:moveTo>
                <a:lnTo>
                  <a:pt x="803563" y="0"/>
                </a:lnTo>
                <a:lnTo>
                  <a:pt x="803563" y="110837"/>
                </a:lnTo>
                <a:lnTo>
                  <a:pt x="0" y="1108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9540" t="-133333" r="-4597" b="-158333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991156" y="1560713"/>
            <a:ext cx="923636" cy="193964"/>
          </a:xfrm>
          <a:custGeom>
            <a:avLst/>
            <a:gdLst/>
            <a:ahLst/>
            <a:cxnLst/>
            <a:rect r="r" b="b" t="t" l="l"/>
            <a:pathLst>
              <a:path h="193964" w="923636">
                <a:moveTo>
                  <a:pt x="0" y="0"/>
                </a:moveTo>
                <a:lnTo>
                  <a:pt x="923637" y="0"/>
                </a:lnTo>
                <a:lnTo>
                  <a:pt x="923637" y="193963"/>
                </a:lnTo>
                <a:lnTo>
                  <a:pt x="0" y="1939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5000" t="-9523" r="-2999" b="-476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960975" y="1468349"/>
            <a:ext cx="803564" cy="138545"/>
          </a:xfrm>
          <a:custGeom>
            <a:avLst/>
            <a:gdLst/>
            <a:ahLst/>
            <a:cxnLst/>
            <a:rect r="r" b="b" t="t" l="l"/>
            <a:pathLst>
              <a:path h="138545" w="803564">
                <a:moveTo>
                  <a:pt x="0" y="0"/>
                </a:moveTo>
                <a:lnTo>
                  <a:pt x="803563" y="0"/>
                </a:lnTo>
                <a:lnTo>
                  <a:pt x="803563" y="138545"/>
                </a:lnTo>
                <a:lnTo>
                  <a:pt x="0" y="13854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448" t="-100000" r="-21839" b="-113333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053338" y="1560713"/>
            <a:ext cx="766618" cy="166255"/>
          </a:xfrm>
          <a:custGeom>
            <a:avLst/>
            <a:gdLst/>
            <a:ahLst/>
            <a:cxnLst/>
            <a:rect r="r" b="b" t="t" l="l"/>
            <a:pathLst>
              <a:path h="166255" w="766618">
                <a:moveTo>
                  <a:pt x="0" y="0"/>
                </a:moveTo>
                <a:lnTo>
                  <a:pt x="766618" y="0"/>
                </a:lnTo>
                <a:lnTo>
                  <a:pt x="766618" y="166254"/>
                </a:lnTo>
                <a:lnTo>
                  <a:pt x="0" y="1662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5662" t="-11111" r="-15662" b="-2222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810720" y="1468349"/>
            <a:ext cx="822036" cy="129309"/>
          </a:xfrm>
          <a:custGeom>
            <a:avLst/>
            <a:gdLst/>
            <a:ahLst/>
            <a:cxnLst/>
            <a:rect r="r" b="b" t="t" l="l"/>
            <a:pathLst>
              <a:path h="129309" w="822036">
                <a:moveTo>
                  <a:pt x="0" y="0"/>
                </a:moveTo>
                <a:lnTo>
                  <a:pt x="822036" y="0"/>
                </a:lnTo>
                <a:lnTo>
                  <a:pt x="822036" y="129309"/>
                </a:lnTo>
                <a:lnTo>
                  <a:pt x="0" y="12930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8988" t="-107142" r="-12359" b="-128571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792247" y="1597658"/>
            <a:ext cx="886691" cy="138545"/>
          </a:xfrm>
          <a:custGeom>
            <a:avLst/>
            <a:gdLst/>
            <a:ahLst/>
            <a:cxnLst/>
            <a:rect r="r" b="b" t="t" l="l"/>
            <a:pathLst>
              <a:path h="138545" w="886691">
                <a:moveTo>
                  <a:pt x="0" y="0"/>
                </a:moveTo>
                <a:lnTo>
                  <a:pt x="886691" y="0"/>
                </a:lnTo>
                <a:lnTo>
                  <a:pt x="886691" y="138546"/>
                </a:lnTo>
                <a:lnTo>
                  <a:pt x="0" y="1385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6250" t="-39999" r="-6249" b="-19999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252247" y="1920931"/>
            <a:ext cx="1791855" cy="314036"/>
          </a:xfrm>
          <a:custGeom>
            <a:avLst/>
            <a:gdLst/>
            <a:ahLst/>
            <a:cxnLst/>
            <a:rect r="r" b="b" t="t" l="l"/>
            <a:pathLst>
              <a:path h="314036" w="1791855">
                <a:moveTo>
                  <a:pt x="0" y="0"/>
                </a:moveTo>
                <a:lnTo>
                  <a:pt x="1791855" y="0"/>
                </a:lnTo>
                <a:lnTo>
                  <a:pt x="1791855" y="314036"/>
                </a:lnTo>
                <a:lnTo>
                  <a:pt x="0" y="31403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5670" t="-52941" r="-5670" b="-5000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363860" y="2014813"/>
            <a:ext cx="1553186" cy="12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1019" spc="20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Ejemplo: Rosa (simulado)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72235" y="2393518"/>
            <a:ext cx="3053953" cy="61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b="true">
                <a:solidFill>
                  <a:srgbClr val="000000">
                    <a:alpha val="8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Tus</a:t>
            </a:r>
          </a:p>
          <a:p>
            <a:pPr algn="l">
              <a:lnSpc>
                <a:spcPts val="2474"/>
              </a:lnSpc>
            </a:pPr>
            <a:r>
              <a:rPr lang="en-US" sz="2250" b="true">
                <a:solidFill>
                  <a:srgbClr val="000000">
                    <a:alpha val="8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habilidades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44142" y="3085318"/>
            <a:ext cx="2809374" cy="45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 spc="26">
                <a:solidFill>
                  <a:srgbClr val="000000">
                    <a:alpha val="69804"/>
                  </a:srgbClr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Esto es lo que sabes hacer. Toca una cosa para ver por qué está ahí.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252247" y="3814385"/>
            <a:ext cx="129309" cy="129309"/>
          </a:xfrm>
          <a:custGeom>
            <a:avLst/>
            <a:gdLst/>
            <a:ahLst/>
            <a:cxnLst/>
            <a:rect r="r" b="b" t="t" l="l"/>
            <a:pathLst>
              <a:path h="129309" w="129309">
                <a:moveTo>
                  <a:pt x="0" y="0"/>
                </a:moveTo>
                <a:lnTo>
                  <a:pt x="129309" y="0"/>
                </a:lnTo>
                <a:lnTo>
                  <a:pt x="129309" y="129309"/>
                </a:lnTo>
                <a:lnTo>
                  <a:pt x="0" y="12930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78571" t="-142857" r="-135714" b="-92857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252247" y="4073004"/>
            <a:ext cx="129309" cy="120073"/>
          </a:xfrm>
          <a:custGeom>
            <a:avLst/>
            <a:gdLst/>
            <a:ahLst/>
            <a:cxnLst/>
            <a:rect r="r" b="b" t="t" l="l"/>
            <a:pathLst>
              <a:path h="120073" w="129309">
                <a:moveTo>
                  <a:pt x="0" y="0"/>
                </a:moveTo>
                <a:lnTo>
                  <a:pt x="129309" y="0"/>
                </a:lnTo>
                <a:lnTo>
                  <a:pt x="129309" y="120072"/>
                </a:lnTo>
                <a:lnTo>
                  <a:pt x="0" y="12007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78571" t="-15384" r="-135714" b="-61538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374463" y="4076246"/>
            <a:ext cx="492857" cy="1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"/>
              </a:lnSpc>
            </a:pPr>
            <a:r>
              <a:rPr lang="en-US" sz="1142" spc="22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Logros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480684" y="3814385"/>
            <a:ext cx="129309" cy="138545"/>
          </a:xfrm>
          <a:custGeom>
            <a:avLst/>
            <a:gdLst/>
            <a:ahLst/>
            <a:cxnLst/>
            <a:rect r="r" b="b" t="t" l="l"/>
            <a:pathLst>
              <a:path h="138545" w="129309">
                <a:moveTo>
                  <a:pt x="0" y="0"/>
                </a:moveTo>
                <a:lnTo>
                  <a:pt x="129309" y="0"/>
                </a:lnTo>
                <a:lnTo>
                  <a:pt x="129309" y="138546"/>
                </a:lnTo>
                <a:lnTo>
                  <a:pt x="0" y="13854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07142" t="-133333" r="-107142" b="-8000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533629" y="3814385"/>
            <a:ext cx="120073" cy="212436"/>
          </a:xfrm>
          <a:custGeom>
            <a:avLst/>
            <a:gdLst/>
            <a:ahLst/>
            <a:cxnLst/>
            <a:rect r="r" b="b" t="t" l="l"/>
            <a:pathLst>
              <a:path h="212436" w="120073">
                <a:moveTo>
                  <a:pt x="0" y="0"/>
                </a:moveTo>
                <a:lnTo>
                  <a:pt x="120073" y="0"/>
                </a:lnTo>
                <a:lnTo>
                  <a:pt x="120073" y="212437"/>
                </a:lnTo>
                <a:lnTo>
                  <a:pt x="0" y="21243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-86956" r="-69230" b="-17391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464684" y="4460931"/>
            <a:ext cx="1062182" cy="969818"/>
          </a:xfrm>
          <a:custGeom>
            <a:avLst/>
            <a:gdLst/>
            <a:ahLst/>
            <a:cxnLst/>
            <a:rect r="r" b="b" t="t" l="l"/>
            <a:pathLst>
              <a:path h="969818" w="1062182">
                <a:moveTo>
                  <a:pt x="0" y="0"/>
                </a:moveTo>
                <a:lnTo>
                  <a:pt x="1062182" y="0"/>
                </a:lnTo>
                <a:lnTo>
                  <a:pt x="1062182" y="969818"/>
                </a:lnTo>
                <a:lnTo>
                  <a:pt x="0" y="96981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11304" t="-20952" r="-1739" b="-9523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464684" y="5449222"/>
            <a:ext cx="1052945" cy="960582"/>
          </a:xfrm>
          <a:custGeom>
            <a:avLst/>
            <a:gdLst/>
            <a:ahLst/>
            <a:cxnLst/>
            <a:rect r="r" b="b" t="t" l="l"/>
            <a:pathLst>
              <a:path h="960582" w="1052945">
                <a:moveTo>
                  <a:pt x="0" y="0"/>
                </a:moveTo>
                <a:lnTo>
                  <a:pt x="1052945" y="0"/>
                </a:lnTo>
                <a:lnTo>
                  <a:pt x="1052945" y="960582"/>
                </a:lnTo>
                <a:lnTo>
                  <a:pt x="0" y="96058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11403" t="-14423" r="-2631" b="-1634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464684" y="6428276"/>
            <a:ext cx="1052945" cy="960582"/>
          </a:xfrm>
          <a:custGeom>
            <a:avLst/>
            <a:gdLst/>
            <a:ahLst/>
            <a:cxnLst/>
            <a:rect r="r" b="b" t="t" l="l"/>
            <a:pathLst>
              <a:path h="960582" w="1052945">
                <a:moveTo>
                  <a:pt x="0" y="0"/>
                </a:moveTo>
                <a:lnTo>
                  <a:pt x="1052945" y="0"/>
                </a:lnTo>
                <a:lnTo>
                  <a:pt x="1052945" y="960582"/>
                </a:lnTo>
                <a:lnTo>
                  <a:pt x="0" y="96058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11403" t="-7692" r="-2631" b="-1923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473920" y="7407331"/>
            <a:ext cx="1034473" cy="766618"/>
          </a:xfrm>
          <a:custGeom>
            <a:avLst/>
            <a:gdLst/>
            <a:ahLst/>
            <a:cxnLst/>
            <a:rect r="r" b="b" t="t" l="l"/>
            <a:pathLst>
              <a:path h="766618" w="1034473">
                <a:moveTo>
                  <a:pt x="0" y="0"/>
                </a:moveTo>
                <a:lnTo>
                  <a:pt x="1034473" y="0"/>
                </a:lnTo>
                <a:lnTo>
                  <a:pt x="1034473" y="766618"/>
                </a:lnTo>
                <a:lnTo>
                  <a:pt x="0" y="76661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12500" t="-1204" r="-3571" b="-8433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508393" y="4950458"/>
            <a:ext cx="1034473" cy="969818"/>
          </a:xfrm>
          <a:custGeom>
            <a:avLst/>
            <a:gdLst/>
            <a:ahLst/>
            <a:cxnLst/>
            <a:rect r="r" b="b" t="t" l="l"/>
            <a:pathLst>
              <a:path h="969818" w="1034473">
                <a:moveTo>
                  <a:pt x="0" y="0"/>
                </a:moveTo>
                <a:lnTo>
                  <a:pt x="1034473" y="0"/>
                </a:lnTo>
                <a:lnTo>
                  <a:pt x="1034473" y="969818"/>
                </a:lnTo>
                <a:lnTo>
                  <a:pt x="0" y="96981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16071" t="-6666" r="0" b="-1904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508393" y="5929513"/>
            <a:ext cx="1034473" cy="960582"/>
          </a:xfrm>
          <a:custGeom>
            <a:avLst/>
            <a:gdLst/>
            <a:ahLst/>
            <a:cxnLst/>
            <a:rect r="r" b="b" t="t" l="l"/>
            <a:pathLst>
              <a:path h="960582" w="1034473">
                <a:moveTo>
                  <a:pt x="0" y="0"/>
                </a:moveTo>
                <a:lnTo>
                  <a:pt x="1034473" y="0"/>
                </a:lnTo>
                <a:lnTo>
                  <a:pt x="1034473" y="960581"/>
                </a:lnTo>
                <a:lnTo>
                  <a:pt x="0" y="96058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16071" t="-21153" r="0" b="-1057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508393" y="6917804"/>
            <a:ext cx="1034473" cy="960582"/>
          </a:xfrm>
          <a:custGeom>
            <a:avLst/>
            <a:gdLst/>
            <a:ahLst/>
            <a:cxnLst/>
            <a:rect r="r" b="b" t="t" l="l"/>
            <a:pathLst>
              <a:path h="960582" w="1034473">
                <a:moveTo>
                  <a:pt x="0" y="0"/>
                </a:moveTo>
                <a:lnTo>
                  <a:pt x="1034473" y="0"/>
                </a:lnTo>
                <a:lnTo>
                  <a:pt x="1034473" y="960581"/>
                </a:lnTo>
                <a:lnTo>
                  <a:pt x="0" y="96058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16071" t="-15384" r="0" b="-16346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293484" y="4433222"/>
            <a:ext cx="1043709" cy="997527"/>
          </a:xfrm>
          <a:custGeom>
            <a:avLst/>
            <a:gdLst/>
            <a:ahLst/>
            <a:cxnLst/>
            <a:rect r="r" b="b" t="t" l="l"/>
            <a:pathLst>
              <a:path h="997527" w="1043709">
                <a:moveTo>
                  <a:pt x="0" y="0"/>
                </a:moveTo>
                <a:lnTo>
                  <a:pt x="1043709" y="0"/>
                </a:lnTo>
                <a:lnTo>
                  <a:pt x="1043709" y="997527"/>
                </a:lnTo>
                <a:lnTo>
                  <a:pt x="0" y="99752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15044" t="-17592" r="0" b="-9259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330429" y="5412276"/>
            <a:ext cx="1006764" cy="1099127"/>
          </a:xfrm>
          <a:custGeom>
            <a:avLst/>
            <a:gdLst/>
            <a:ahLst/>
            <a:cxnLst/>
            <a:rect r="r" b="b" t="t" l="l"/>
            <a:pathLst>
              <a:path h="1099127" w="1006764">
                <a:moveTo>
                  <a:pt x="0" y="0"/>
                </a:moveTo>
                <a:lnTo>
                  <a:pt x="1006764" y="0"/>
                </a:lnTo>
                <a:lnTo>
                  <a:pt x="1006764" y="1099128"/>
                </a:lnTo>
                <a:lnTo>
                  <a:pt x="0" y="1099128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-19266" t="-9243" r="0" b="-5042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321193" y="6419040"/>
            <a:ext cx="1016000" cy="969818"/>
          </a:xfrm>
          <a:custGeom>
            <a:avLst/>
            <a:gdLst/>
            <a:ahLst/>
            <a:cxnLst/>
            <a:rect r="r" b="b" t="t" l="l"/>
            <a:pathLst>
              <a:path h="969818" w="1016000">
                <a:moveTo>
                  <a:pt x="0" y="0"/>
                </a:moveTo>
                <a:lnTo>
                  <a:pt x="1016000" y="0"/>
                </a:lnTo>
                <a:lnTo>
                  <a:pt x="1016000" y="969818"/>
                </a:lnTo>
                <a:lnTo>
                  <a:pt x="0" y="969818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-18181" t="-6666" r="0" b="-1904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433610" y="6838116"/>
            <a:ext cx="857184" cy="1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"/>
              </a:lnSpc>
            </a:pPr>
            <a:r>
              <a:rPr lang="en-US" b="true" sz="984" spc="1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Comunicación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3136466" y="7398094"/>
            <a:ext cx="1200727" cy="840509"/>
          </a:xfrm>
          <a:custGeom>
            <a:avLst/>
            <a:gdLst/>
            <a:ahLst/>
            <a:cxnLst/>
            <a:rect r="r" b="b" t="t" l="l"/>
            <a:pathLst>
              <a:path h="840509" w="1200727">
                <a:moveTo>
                  <a:pt x="0" y="0"/>
                </a:moveTo>
                <a:lnTo>
                  <a:pt x="1200727" y="0"/>
                </a:lnTo>
                <a:lnTo>
                  <a:pt x="1200727" y="840510"/>
                </a:lnTo>
                <a:lnTo>
                  <a:pt x="0" y="84051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243011" y="8155476"/>
            <a:ext cx="3094182" cy="600364"/>
          </a:xfrm>
          <a:custGeom>
            <a:avLst/>
            <a:gdLst/>
            <a:ahLst/>
            <a:cxnLst/>
            <a:rect r="r" b="b" t="t" l="l"/>
            <a:pathLst>
              <a:path h="600364" w="3094182">
                <a:moveTo>
                  <a:pt x="0" y="0"/>
                </a:moveTo>
                <a:lnTo>
                  <a:pt x="3094182" y="0"/>
                </a:lnTo>
                <a:lnTo>
                  <a:pt x="3094182" y="600364"/>
                </a:lnTo>
                <a:lnTo>
                  <a:pt x="0" y="600364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-2985" t="-21538" r="0" b="-18461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2055811" y="8404858"/>
            <a:ext cx="166255" cy="129309"/>
          </a:xfrm>
          <a:custGeom>
            <a:avLst/>
            <a:gdLst/>
            <a:ahLst/>
            <a:cxnLst/>
            <a:rect r="r" b="b" t="t" l="l"/>
            <a:pathLst>
              <a:path h="129309" w="166255">
                <a:moveTo>
                  <a:pt x="0" y="0"/>
                </a:moveTo>
                <a:lnTo>
                  <a:pt x="166255" y="0"/>
                </a:lnTo>
                <a:lnTo>
                  <a:pt x="166255" y="129309"/>
                </a:lnTo>
                <a:lnTo>
                  <a:pt x="0" y="129309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-66666" t="-135714" r="-77777" b="-10000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327956" y="1514531"/>
            <a:ext cx="3796145" cy="8183418"/>
          </a:xfrm>
          <a:custGeom>
            <a:avLst/>
            <a:gdLst/>
            <a:ahLst/>
            <a:cxnLst/>
            <a:rect r="r" b="b" t="t" l="l"/>
            <a:pathLst>
              <a:path h="8183418" w="3796145">
                <a:moveTo>
                  <a:pt x="0" y="0"/>
                </a:moveTo>
                <a:lnTo>
                  <a:pt x="3796146" y="0"/>
                </a:lnTo>
                <a:lnTo>
                  <a:pt x="3796146" y="8183418"/>
                </a:lnTo>
                <a:lnTo>
                  <a:pt x="0" y="8183418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-2257" r="-4866" b="-2595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327956" y="1514531"/>
            <a:ext cx="3786909" cy="8128000"/>
          </a:xfrm>
          <a:custGeom>
            <a:avLst/>
            <a:gdLst/>
            <a:ahLst/>
            <a:cxnLst/>
            <a:rect r="r" b="b" t="t" l="l"/>
            <a:pathLst>
              <a:path h="8128000" w="3786909">
                <a:moveTo>
                  <a:pt x="0" y="0"/>
                </a:moveTo>
                <a:lnTo>
                  <a:pt x="3786910" y="0"/>
                </a:lnTo>
                <a:lnTo>
                  <a:pt x="3786910" y="8128000"/>
                </a:lnTo>
                <a:lnTo>
                  <a:pt x="0" y="812800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-2272" r="0" b="-795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4577338" y="1828567"/>
            <a:ext cx="92364" cy="157018"/>
          </a:xfrm>
          <a:custGeom>
            <a:avLst/>
            <a:gdLst/>
            <a:ahLst/>
            <a:cxnLst/>
            <a:rect r="r" b="b" t="t" l="l"/>
            <a:pathLst>
              <a:path h="157018" w="92364">
                <a:moveTo>
                  <a:pt x="0" y="0"/>
                </a:moveTo>
                <a:lnTo>
                  <a:pt x="92364" y="0"/>
                </a:lnTo>
                <a:lnTo>
                  <a:pt x="92364" y="157018"/>
                </a:lnTo>
                <a:lnTo>
                  <a:pt x="0" y="157018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-50000" t="-47058" r="-70000" b="-123529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4750539" y="1808833"/>
            <a:ext cx="427413" cy="15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6"/>
              </a:lnSpc>
            </a:pPr>
            <a:r>
              <a:rPr lang="en-US" sz="1270" spc="25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Atrás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5427084" y="1763913"/>
            <a:ext cx="203200" cy="203200"/>
          </a:xfrm>
          <a:custGeom>
            <a:avLst/>
            <a:gdLst/>
            <a:ahLst/>
            <a:cxnLst/>
            <a:rect r="r" b="b" t="t" l="l"/>
            <a:pathLst>
              <a:path h="203200" w="203200">
                <a:moveTo>
                  <a:pt x="0" y="0"/>
                </a:moveTo>
                <a:lnTo>
                  <a:pt x="203200" y="0"/>
                </a:lnTo>
                <a:lnTo>
                  <a:pt x="203200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-50000" t="-4545" r="-5000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5685431" y="1768363"/>
            <a:ext cx="699978" cy="17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406" b="true">
                <a:solidFill>
                  <a:srgbClr val="000000">
                    <a:alpha val="6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chamba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7551447" y="1847040"/>
            <a:ext cx="166255" cy="120073"/>
          </a:xfrm>
          <a:custGeom>
            <a:avLst/>
            <a:gdLst/>
            <a:ahLst/>
            <a:cxnLst/>
            <a:rect r="r" b="b" t="t" l="l"/>
            <a:pathLst>
              <a:path h="120073" w="166255">
                <a:moveTo>
                  <a:pt x="0" y="0"/>
                </a:moveTo>
                <a:lnTo>
                  <a:pt x="166255" y="0"/>
                </a:lnTo>
                <a:lnTo>
                  <a:pt x="166255" y="120073"/>
                </a:lnTo>
                <a:lnTo>
                  <a:pt x="0" y="120073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-27777" t="-76923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4512684" y="2170313"/>
            <a:ext cx="803564" cy="110836"/>
          </a:xfrm>
          <a:custGeom>
            <a:avLst/>
            <a:gdLst/>
            <a:ahLst/>
            <a:cxnLst/>
            <a:rect r="r" b="b" t="t" l="l"/>
            <a:pathLst>
              <a:path h="110836" w="803564">
                <a:moveTo>
                  <a:pt x="0" y="0"/>
                </a:moveTo>
                <a:lnTo>
                  <a:pt x="803563" y="0"/>
                </a:lnTo>
                <a:lnTo>
                  <a:pt x="803563" y="110836"/>
                </a:lnTo>
                <a:lnTo>
                  <a:pt x="0" y="110836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-22988" t="0" r="-2298" b="-10000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5362429" y="2170313"/>
            <a:ext cx="794327" cy="110836"/>
          </a:xfrm>
          <a:custGeom>
            <a:avLst/>
            <a:gdLst/>
            <a:ahLst/>
            <a:cxnLst/>
            <a:rect r="r" b="b" t="t" l="l"/>
            <a:pathLst>
              <a:path h="110836" w="794327">
                <a:moveTo>
                  <a:pt x="0" y="0"/>
                </a:moveTo>
                <a:lnTo>
                  <a:pt x="794327" y="0"/>
                </a:lnTo>
                <a:lnTo>
                  <a:pt x="794327" y="110836"/>
                </a:lnTo>
                <a:lnTo>
                  <a:pt x="0" y="110836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-4651" t="0" r="-20930" b="-10000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6212175" y="2170313"/>
            <a:ext cx="803564" cy="101600"/>
          </a:xfrm>
          <a:custGeom>
            <a:avLst/>
            <a:gdLst/>
            <a:ahLst/>
            <a:cxnLst/>
            <a:rect r="r" b="b" t="t" l="l"/>
            <a:pathLst>
              <a:path h="101600" w="803564">
                <a:moveTo>
                  <a:pt x="0" y="0"/>
                </a:moveTo>
                <a:lnTo>
                  <a:pt x="803563" y="0"/>
                </a:lnTo>
                <a:lnTo>
                  <a:pt x="803563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-11494" t="0" r="-12643" b="-118181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7071156" y="2170313"/>
            <a:ext cx="794327" cy="110836"/>
          </a:xfrm>
          <a:custGeom>
            <a:avLst/>
            <a:gdLst/>
            <a:ahLst/>
            <a:cxnLst/>
            <a:rect r="r" b="b" t="t" l="l"/>
            <a:pathLst>
              <a:path h="110836" w="794327">
                <a:moveTo>
                  <a:pt x="0" y="0"/>
                </a:moveTo>
                <a:lnTo>
                  <a:pt x="794328" y="0"/>
                </a:lnTo>
                <a:lnTo>
                  <a:pt x="794328" y="110836"/>
                </a:lnTo>
                <a:lnTo>
                  <a:pt x="0" y="110836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-19767" t="0" r="-5813" b="-10000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503447" y="2604422"/>
            <a:ext cx="1810327" cy="323273"/>
          </a:xfrm>
          <a:custGeom>
            <a:avLst/>
            <a:gdLst/>
            <a:ahLst/>
            <a:cxnLst/>
            <a:rect r="r" b="b" t="t" l="l"/>
            <a:pathLst>
              <a:path h="323273" w="1810327">
                <a:moveTo>
                  <a:pt x="0" y="0"/>
                </a:moveTo>
                <a:lnTo>
                  <a:pt x="1810328" y="0"/>
                </a:lnTo>
                <a:lnTo>
                  <a:pt x="1810328" y="323272"/>
                </a:lnTo>
                <a:lnTo>
                  <a:pt x="0" y="323272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-9693" t="-5714" r="-510" b="-25714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4513712" y="3064034"/>
            <a:ext cx="3053953" cy="3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b="true">
                <a:solidFill>
                  <a:srgbClr val="000000">
                    <a:alpha val="8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Mira tus rutas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14503447" y="3518822"/>
            <a:ext cx="3371273" cy="415636"/>
          </a:xfrm>
          <a:custGeom>
            <a:avLst/>
            <a:gdLst/>
            <a:ahLst/>
            <a:cxnLst/>
            <a:rect r="r" b="b" t="t" l="l"/>
            <a:pathLst>
              <a:path h="415636" w="3371273">
                <a:moveTo>
                  <a:pt x="0" y="0"/>
                </a:moveTo>
                <a:lnTo>
                  <a:pt x="3371273" y="0"/>
                </a:lnTo>
                <a:lnTo>
                  <a:pt x="3371273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-5205" t="-22222" r="-1095" b="-31111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4651229" y="3638894"/>
            <a:ext cx="184727" cy="184727"/>
          </a:xfrm>
          <a:custGeom>
            <a:avLst/>
            <a:gdLst/>
            <a:ahLst/>
            <a:cxnLst/>
            <a:rect r="r" b="b" t="t" l="l"/>
            <a:pathLst>
              <a:path h="184727" w="184727">
                <a:moveTo>
                  <a:pt x="0" y="0"/>
                </a:moveTo>
                <a:lnTo>
                  <a:pt x="184727" y="0"/>
                </a:lnTo>
                <a:lnTo>
                  <a:pt x="184727" y="184728"/>
                </a:lnTo>
                <a:lnTo>
                  <a:pt x="0" y="184728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-65000" t="-4999" r="-55000" b="-1500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4888774" y="3631570"/>
            <a:ext cx="2677361" cy="1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"/>
              </a:lnSpc>
            </a:pPr>
            <a:r>
              <a:rPr lang="en-US" sz="1142" spc="22" b="true">
                <a:solidFill>
                  <a:srgbClr val="822F16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Cajero/a: la demanda baja en tu región</a:t>
            </a:r>
          </a:p>
        </p:txBody>
      </p:sp>
      <p:grpSp>
        <p:nvGrpSpPr>
          <p:cNvPr name="Group 61" id="61"/>
          <p:cNvGrpSpPr>
            <a:grpSpLocks noChangeAspect="true"/>
          </p:cNvGrpSpPr>
          <p:nvPr/>
        </p:nvGrpSpPr>
        <p:grpSpPr>
          <a:xfrm rot="0">
            <a:off x="15397493" y="3997456"/>
            <a:ext cx="1512093" cy="1558552"/>
            <a:chOff x="0" y="0"/>
            <a:chExt cx="2079127" cy="214300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-64" y="-11839"/>
              <a:ext cx="2079245" cy="2166677"/>
            </a:xfrm>
            <a:custGeom>
              <a:avLst/>
              <a:gdLst/>
              <a:ahLst/>
              <a:cxnLst/>
              <a:rect r="r" b="b" t="t" l="l"/>
              <a:pathLst>
                <a:path h="2166677" w="2079245">
                  <a:moveTo>
                    <a:pt x="64" y="1083338"/>
                  </a:moveTo>
                  <a:cubicBezTo>
                    <a:pt x="-4070" y="697731"/>
                    <a:pt x="193159" y="339577"/>
                    <a:pt x="516499" y="145533"/>
                  </a:cubicBezTo>
                  <a:cubicBezTo>
                    <a:pt x="839839" y="-48511"/>
                    <a:pt x="1239407" y="-48511"/>
                    <a:pt x="1562746" y="145533"/>
                  </a:cubicBezTo>
                  <a:cubicBezTo>
                    <a:pt x="1886086" y="339577"/>
                    <a:pt x="2083315" y="697731"/>
                    <a:pt x="2079181" y="1083338"/>
                  </a:cubicBezTo>
                  <a:cubicBezTo>
                    <a:pt x="2083315" y="1468946"/>
                    <a:pt x="1886086" y="1827099"/>
                    <a:pt x="1562746" y="2021143"/>
                  </a:cubicBezTo>
                  <a:cubicBezTo>
                    <a:pt x="1239407" y="2215187"/>
                    <a:pt x="839839" y="2215187"/>
                    <a:pt x="516499" y="2021143"/>
                  </a:cubicBezTo>
                  <a:cubicBezTo>
                    <a:pt x="193159" y="1827099"/>
                    <a:pt x="-4070" y="1468946"/>
                    <a:pt x="64" y="1083338"/>
                  </a:cubicBezTo>
                  <a:close/>
                </a:path>
              </a:pathLst>
            </a:custGeom>
            <a:blipFill>
              <a:blip r:embed="rId48"/>
              <a:stretch>
                <a:fillRect l="-4758" t="-9313" r="-13736" b="2633"/>
              </a:stretch>
            </a:blip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15648756" y="4303913"/>
            <a:ext cx="969818" cy="1025236"/>
          </a:xfrm>
          <a:custGeom>
            <a:avLst/>
            <a:gdLst/>
            <a:ahLst/>
            <a:cxnLst/>
            <a:rect r="r" b="b" t="t" l="l"/>
            <a:pathLst>
              <a:path h="1025236" w="969818">
                <a:moveTo>
                  <a:pt x="0" y="0"/>
                </a:moveTo>
                <a:lnTo>
                  <a:pt x="969819" y="0"/>
                </a:lnTo>
                <a:lnTo>
                  <a:pt x="969819" y="1025236"/>
                </a:lnTo>
                <a:lnTo>
                  <a:pt x="0" y="1025236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-13333" t="-4504" r="-10476" b="-18918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5898138" y="5597004"/>
            <a:ext cx="535709" cy="64655"/>
          </a:xfrm>
          <a:custGeom>
            <a:avLst/>
            <a:gdLst/>
            <a:ahLst/>
            <a:cxnLst/>
            <a:rect r="r" b="b" t="t" l="l"/>
            <a:pathLst>
              <a:path h="64655" w="535709">
                <a:moveTo>
                  <a:pt x="0" y="0"/>
                </a:moveTo>
                <a:lnTo>
                  <a:pt x="535709" y="0"/>
                </a:lnTo>
                <a:lnTo>
                  <a:pt x="535709" y="64654"/>
                </a:lnTo>
                <a:lnTo>
                  <a:pt x="0" y="64654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-32758" t="-128571" r="-53448" b="-114285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6424611" y="5717076"/>
            <a:ext cx="1450109" cy="498764"/>
          </a:xfrm>
          <a:custGeom>
            <a:avLst/>
            <a:gdLst/>
            <a:ahLst/>
            <a:cxnLst/>
            <a:rect r="r" b="b" t="t" l="l"/>
            <a:pathLst>
              <a:path h="498764" w="1450109">
                <a:moveTo>
                  <a:pt x="0" y="0"/>
                </a:moveTo>
                <a:lnTo>
                  <a:pt x="1450109" y="0"/>
                </a:lnTo>
                <a:lnTo>
                  <a:pt x="1450109" y="498764"/>
                </a:lnTo>
                <a:lnTo>
                  <a:pt x="0" y="49876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-7643" t="-40740" r="-2547" b="-29629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7496029" y="5883331"/>
            <a:ext cx="101600" cy="166255"/>
          </a:xfrm>
          <a:custGeom>
            <a:avLst/>
            <a:gdLst/>
            <a:ahLst/>
            <a:cxnLst/>
            <a:rect r="r" b="b" t="t" l="l"/>
            <a:pathLst>
              <a:path h="166255" w="101600">
                <a:moveTo>
                  <a:pt x="0" y="0"/>
                </a:moveTo>
                <a:lnTo>
                  <a:pt x="101600" y="0"/>
                </a:lnTo>
                <a:lnTo>
                  <a:pt x="101600" y="166254"/>
                </a:lnTo>
                <a:lnTo>
                  <a:pt x="0" y="166254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-181818" t="-94444" r="-118181" b="-61111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5288538" y="5892567"/>
            <a:ext cx="157018" cy="147782"/>
          </a:xfrm>
          <a:custGeom>
            <a:avLst/>
            <a:gdLst/>
            <a:ahLst/>
            <a:cxnLst/>
            <a:rect r="r" b="b" t="t" l="l"/>
            <a:pathLst>
              <a:path h="147782" w="157018">
                <a:moveTo>
                  <a:pt x="0" y="0"/>
                </a:moveTo>
                <a:lnTo>
                  <a:pt x="157018" y="0"/>
                </a:lnTo>
                <a:lnTo>
                  <a:pt x="157018" y="147782"/>
                </a:lnTo>
                <a:lnTo>
                  <a:pt x="0" y="147782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 l="-105882" t="-112500" r="-52941" b="-7500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5454793" y="5892567"/>
            <a:ext cx="175491" cy="166255"/>
          </a:xfrm>
          <a:custGeom>
            <a:avLst/>
            <a:gdLst/>
            <a:ahLst/>
            <a:cxnLst/>
            <a:rect r="r" b="b" t="t" l="l"/>
            <a:pathLst>
              <a:path h="166255" w="175491">
                <a:moveTo>
                  <a:pt x="0" y="0"/>
                </a:moveTo>
                <a:lnTo>
                  <a:pt x="175491" y="0"/>
                </a:lnTo>
                <a:lnTo>
                  <a:pt x="175491" y="166255"/>
                </a:lnTo>
                <a:lnTo>
                  <a:pt x="0" y="166255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 l="-73684" t="-100000" r="-57894" b="-55555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5657993" y="5892567"/>
            <a:ext cx="166255" cy="157018"/>
          </a:xfrm>
          <a:custGeom>
            <a:avLst/>
            <a:gdLst/>
            <a:ahLst/>
            <a:cxnLst/>
            <a:rect r="r" b="b" t="t" l="l"/>
            <a:pathLst>
              <a:path h="157018" w="166255">
                <a:moveTo>
                  <a:pt x="0" y="0"/>
                </a:moveTo>
                <a:lnTo>
                  <a:pt x="166254" y="0"/>
                </a:lnTo>
                <a:lnTo>
                  <a:pt x="166254" y="157018"/>
                </a:lnTo>
                <a:lnTo>
                  <a:pt x="0" y="157018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 l="-83333" t="-105882" r="-61111" b="-64705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5805775" y="5892567"/>
            <a:ext cx="212436" cy="147782"/>
          </a:xfrm>
          <a:custGeom>
            <a:avLst/>
            <a:gdLst/>
            <a:ahLst/>
            <a:cxnLst/>
            <a:rect r="r" b="b" t="t" l="l"/>
            <a:pathLst>
              <a:path h="147782" w="212436">
                <a:moveTo>
                  <a:pt x="0" y="0"/>
                </a:moveTo>
                <a:lnTo>
                  <a:pt x="212436" y="0"/>
                </a:lnTo>
                <a:lnTo>
                  <a:pt x="212436" y="147782"/>
                </a:lnTo>
                <a:lnTo>
                  <a:pt x="0" y="147782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 l="-39130" t="-112500" r="-52173" b="-7500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6008975" y="5883331"/>
            <a:ext cx="184727" cy="157018"/>
          </a:xfrm>
          <a:custGeom>
            <a:avLst/>
            <a:gdLst/>
            <a:ahLst/>
            <a:cxnLst/>
            <a:rect r="r" b="b" t="t" l="l"/>
            <a:pathLst>
              <a:path h="157018" w="184727">
                <a:moveTo>
                  <a:pt x="0" y="0"/>
                </a:moveTo>
                <a:lnTo>
                  <a:pt x="184727" y="0"/>
                </a:lnTo>
                <a:lnTo>
                  <a:pt x="184727" y="157018"/>
                </a:lnTo>
                <a:lnTo>
                  <a:pt x="0" y="157018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 l="-50000" t="-100000" r="-70000" b="-70588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4503447" y="6335913"/>
            <a:ext cx="3371273" cy="3205018"/>
          </a:xfrm>
          <a:custGeom>
            <a:avLst/>
            <a:gdLst/>
            <a:ahLst/>
            <a:cxnLst/>
            <a:rect r="r" b="b" t="t" l="l"/>
            <a:pathLst>
              <a:path h="3205018" w="3371273">
                <a:moveTo>
                  <a:pt x="0" y="0"/>
                </a:moveTo>
                <a:lnTo>
                  <a:pt x="3371273" y="0"/>
                </a:lnTo>
                <a:lnTo>
                  <a:pt x="3371273" y="3205018"/>
                </a:lnTo>
                <a:lnTo>
                  <a:pt x="0" y="3205018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 l="-5205" t="-6051" r="-1095" b="-5187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4678938" y="6539113"/>
            <a:ext cx="849745" cy="258618"/>
          </a:xfrm>
          <a:custGeom>
            <a:avLst/>
            <a:gdLst/>
            <a:ahLst/>
            <a:cxnLst/>
            <a:rect r="r" b="b" t="t" l="l"/>
            <a:pathLst>
              <a:path h="258618" w="849745">
                <a:moveTo>
                  <a:pt x="0" y="0"/>
                </a:moveTo>
                <a:lnTo>
                  <a:pt x="849746" y="0"/>
                </a:lnTo>
                <a:lnTo>
                  <a:pt x="849746" y="258618"/>
                </a:lnTo>
                <a:lnTo>
                  <a:pt x="0" y="258618"/>
                </a:lnTo>
                <a:lnTo>
                  <a:pt x="0" y="0"/>
                </a:lnTo>
                <a:close/>
              </a:path>
            </a:pathLst>
          </a:custGeom>
          <a:blipFill>
            <a:blip r:embed="rId59"/>
            <a:stretch>
              <a:fillRect l="-17391" t="-71428" r="0" b="-74999"/>
            </a:stretch>
          </a:blipFill>
        </p:spPr>
      </p:sp>
      <p:sp>
        <p:nvSpPr>
          <p:cNvPr name="TextBox 74" id="74"/>
          <p:cNvSpPr txBox="true"/>
          <p:nvPr/>
        </p:nvSpPr>
        <p:spPr>
          <a:xfrm rot="0">
            <a:off x="14674446" y="7227195"/>
            <a:ext cx="3053953" cy="3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b="true">
                <a:solidFill>
                  <a:srgbClr val="FFFFFF">
                    <a:alpha val="8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Vendedora de tienda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644309" y="7571831"/>
            <a:ext cx="3013767" cy="45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 spc="26">
                <a:solidFill>
                  <a:srgbClr val="FFFFFF">
                    <a:alpha val="69804"/>
                  </a:srgbClr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Atiende, aconseja y vende a los clientes en tienda.</a:t>
            </a:r>
          </a:p>
        </p:txBody>
      </p:sp>
      <p:sp>
        <p:nvSpPr>
          <p:cNvPr name="Freeform 76" id="76"/>
          <p:cNvSpPr/>
          <p:nvPr/>
        </p:nvSpPr>
        <p:spPr>
          <a:xfrm flipH="false" flipV="false" rot="0">
            <a:off x="14678938" y="8155476"/>
            <a:ext cx="1681018" cy="267855"/>
          </a:xfrm>
          <a:custGeom>
            <a:avLst/>
            <a:gdLst/>
            <a:ahLst/>
            <a:cxnLst/>
            <a:rect r="r" b="b" t="t" l="l"/>
            <a:pathLst>
              <a:path h="267855" w="1681018">
                <a:moveTo>
                  <a:pt x="0" y="0"/>
                </a:moveTo>
                <a:lnTo>
                  <a:pt x="1681018" y="0"/>
                </a:lnTo>
                <a:lnTo>
                  <a:pt x="1681018" y="267855"/>
                </a:lnTo>
                <a:lnTo>
                  <a:pt x="0" y="267855"/>
                </a:lnTo>
                <a:lnTo>
                  <a:pt x="0" y="0"/>
                </a:lnTo>
                <a:close/>
              </a:path>
            </a:pathLst>
          </a:custGeom>
          <a:blipFill>
            <a:blip r:embed="rId60"/>
            <a:stretch>
              <a:fillRect l="-8791" t="-48275" r="-9890" b="-10344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4789775" y="8238604"/>
            <a:ext cx="101600" cy="110836"/>
          </a:xfrm>
          <a:custGeom>
            <a:avLst/>
            <a:gdLst/>
            <a:ahLst/>
            <a:cxnLst/>
            <a:rect r="r" b="b" t="t" l="l"/>
            <a:pathLst>
              <a:path h="110836" w="101600">
                <a:moveTo>
                  <a:pt x="0" y="0"/>
                </a:moveTo>
                <a:lnTo>
                  <a:pt x="101600" y="0"/>
                </a:lnTo>
                <a:lnTo>
                  <a:pt x="101600" y="110836"/>
                </a:lnTo>
                <a:lnTo>
                  <a:pt x="0" y="110836"/>
                </a:lnTo>
                <a:lnTo>
                  <a:pt x="0" y="0"/>
                </a:lnTo>
                <a:close/>
              </a:path>
            </a:pathLst>
          </a:custGeom>
          <a:blipFill>
            <a:blip r:embed="rId61"/>
            <a:stretch>
              <a:fillRect l="-63636" t="-8333" r="-45454" b="-91666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4983738" y="8571113"/>
            <a:ext cx="877455" cy="969818"/>
          </a:xfrm>
          <a:custGeom>
            <a:avLst/>
            <a:gdLst/>
            <a:ahLst/>
            <a:cxnLst/>
            <a:rect r="r" b="b" t="t" l="l"/>
            <a:pathLst>
              <a:path h="969818" w="877455">
                <a:moveTo>
                  <a:pt x="0" y="0"/>
                </a:moveTo>
                <a:lnTo>
                  <a:pt x="877455" y="0"/>
                </a:lnTo>
                <a:lnTo>
                  <a:pt x="877455" y="969818"/>
                </a:lnTo>
                <a:lnTo>
                  <a:pt x="0" y="969818"/>
                </a:lnTo>
                <a:lnTo>
                  <a:pt x="0" y="0"/>
                </a:lnTo>
                <a:close/>
              </a:path>
            </a:pathLst>
          </a:custGeom>
          <a:blipFill>
            <a:blip r:embed="rId62"/>
            <a:stretch>
              <a:fillRect l="-6315" t="-13333" r="-7368" b="-17142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5842720" y="8441804"/>
            <a:ext cx="877455" cy="1108364"/>
          </a:xfrm>
          <a:custGeom>
            <a:avLst/>
            <a:gdLst/>
            <a:ahLst/>
            <a:cxnLst/>
            <a:rect r="r" b="b" t="t" l="l"/>
            <a:pathLst>
              <a:path h="1108364" w="877455">
                <a:moveTo>
                  <a:pt x="0" y="0"/>
                </a:moveTo>
                <a:lnTo>
                  <a:pt x="877455" y="0"/>
                </a:lnTo>
                <a:lnTo>
                  <a:pt x="877455" y="1108363"/>
                </a:lnTo>
                <a:lnTo>
                  <a:pt x="0" y="1108363"/>
                </a:lnTo>
                <a:lnTo>
                  <a:pt x="0" y="0"/>
                </a:lnTo>
                <a:close/>
              </a:path>
            </a:pathLst>
          </a:custGeom>
          <a:blipFill>
            <a:blip r:embed="rId63"/>
            <a:stretch>
              <a:fillRect l="-13684" t="0" r="0" b="-14166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6526211" y="8580349"/>
            <a:ext cx="858982" cy="960582"/>
          </a:xfrm>
          <a:custGeom>
            <a:avLst/>
            <a:gdLst/>
            <a:ahLst/>
            <a:cxnLst/>
            <a:rect r="r" b="b" t="t" l="l"/>
            <a:pathLst>
              <a:path h="960582" w="858982">
                <a:moveTo>
                  <a:pt x="0" y="0"/>
                </a:moveTo>
                <a:lnTo>
                  <a:pt x="858982" y="0"/>
                </a:lnTo>
                <a:lnTo>
                  <a:pt x="858982" y="960582"/>
                </a:lnTo>
                <a:lnTo>
                  <a:pt x="0" y="960582"/>
                </a:lnTo>
                <a:lnTo>
                  <a:pt x="0" y="0"/>
                </a:lnTo>
                <a:close/>
              </a:path>
            </a:pathLst>
          </a:custGeom>
          <a:blipFill>
            <a:blip r:embed="rId64"/>
            <a:stretch>
              <a:fillRect l="-1075" t="-14423" r="-15053" b="-17307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4531156" y="5707840"/>
            <a:ext cx="517236" cy="517236"/>
          </a:xfrm>
          <a:custGeom>
            <a:avLst/>
            <a:gdLst/>
            <a:ahLst/>
            <a:cxnLst/>
            <a:rect r="r" b="b" t="t" l="l"/>
            <a:pathLst>
              <a:path h="517236" w="517236">
                <a:moveTo>
                  <a:pt x="0" y="0"/>
                </a:moveTo>
                <a:lnTo>
                  <a:pt x="517237" y="0"/>
                </a:lnTo>
                <a:lnTo>
                  <a:pt x="517237" y="517236"/>
                </a:lnTo>
                <a:lnTo>
                  <a:pt x="0" y="517236"/>
                </a:lnTo>
                <a:lnTo>
                  <a:pt x="0" y="0"/>
                </a:lnTo>
                <a:close/>
              </a:path>
            </a:pathLst>
          </a:custGeom>
          <a:blipFill>
            <a:blip r:embed="rId65"/>
            <a:stretch>
              <a:fillRect l="0" t="-37500" r="-16071" b="-26785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4706647" y="5883331"/>
            <a:ext cx="129309" cy="175491"/>
          </a:xfrm>
          <a:custGeom>
            <a:avLst/>
            <a:gdLst/>
            <a:ahLst/>
            <a:cxnLst/>
            <a:rect r="r" b="b" t="t" l="l"/>
            <a:pathLst>
              <a:path h="175491" w="129309">
                <a:moveTo>
                  <a:pt x="0" y="0"/>
                </a:moveTo>
                <a:lnTo>
                  <a:pt x="129309" y="0"/>
                </a:lnTo>
                <a:lnTo>
                  <a:pt x="129309" y="175491"/>
                </a:lnTo>
                <a:lnTo>
                  <a:pt x="0" y="175491"/>
                </a:lnTo>
                <a:lnTo>
                  <a:pt x="0" y="0"/>
                </a:lnTo>
                <a:close/>
              </a:path>
            </a:pathLst>
          </a:custGeom>
          <a:blipFill>
            <a:blip r:embed="rId66"/>
            <a:stretch>
              <a:fillRect l="-135714" t="-89473" r="-78571" b="-52631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14654006" y="6919053"/>
            <a:ext cx="2044048" cy="1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"/>
              </a:lnSpc>
            </a:pPr>
            <a:r>
              <a:rPr lang="en-US" sz="1142" spc="22" b="true">
                <a:solidFill>
                  <a:srgbClr val="F8BA32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Tienes 6 de 7 celdas para ser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301334" y="8370140"/>
            <a:ext cx="1567525" cy="17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406" spc="28" b="true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Sí, ese es mi panal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685626" y="5207928"/>
            <a:ext cx="642938" cy="37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Unicación de productos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4605336" y="2701936"/>
            <a:ext cx="1553186" cy="12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1019" spc="20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Ejemplo: Rosa (simulado)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4901731" y="8225904"/>
            <a:ext cx="1381678" cy="12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1019" spc="20" b="true">
                <a:solidFill>
                  <a:srgbClr val="F8BA32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Va con lo que te gusta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735249" y="4830704"/>
            <a:ext cx="507723" cy="2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Medios de pago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2774699" y="6272317"/>
            <a:ext cx="464793" cy="2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Cuadro de caja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3554479" y="5787288"/>
            <a:ext cx="566155" cy="2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Atención al cliente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685924" y="7255784"/>
            <a:ext cx="642342" cy="25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1"/>
              </a:lnSpc>
            </a:pPr>
            <a:r>
              <a:rPr lang="en-US" b="true" sz="1001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Control de inventario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3540764" y="4830704"/>
            <a:ext cx="593584" cy="2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Manejo de dinero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699343" y="5787288"/>
            <a:ext cx="579536" cy="2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Cobro en caja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390376" y="1081239"/>
            <a:ext cx="699978" cy="17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406" b="true">
                <a:solidFill>
                  <a:srgbClr val="000000">
                    <a:alpha val="6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chamba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6622626" y="5877683"/>
            <a:ext cx="742176" cy="15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6"/>
              </a:lnSpc>
            </a:pPr>
            <a:r>
              <a:rPr lang="en-US" sz="1270" spc="25" b="true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Siguiente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5165030" y="8849620"/>
            <a:ext cx="506162" cy="224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"/>
              </a:lnSpc>
            </a:pPr>
            <a:r>
              <a:rPr lang="en-US" b="true" sz="791" spc="15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Medios de pago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1369400" y="3806692"/>
            <a:ext cx="1017609" cy="14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"/>
              </a:lnSpc>
            </a:pPr>
            <a:r>
              <a:rPr lang="en-US" b="true" sz="1107" spc="22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Conocimientos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3485551" y="2495880"/>
            <a:ext cx="1017645" cy="15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5"/>
              </a:lnSpc>
            </a:pPr>
            <a:r>
              <a:rPr lang="en-US" sz="1177" spc="23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16 habilidades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6719496" y="8849620"/>
            <a:ext cx="451183" cy="224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"/>
              </a:lnSpc>
            </a:pPr>
            <a:r>
              <a:rPr lang="en-US" b="true" sz="791" spc="15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Cobro en caja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6042923" y="9280756"/>
            <a:ext cx="440765" cy="224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"/>
              </a:lnSpc>
            </a:pPr>
            <a:r>
              <a:rPr lang="en-US" b="true" sz="791" spc="15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Atención al cliente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2630986" y="3806773"/>
            <a:ext cx="750074" cy="14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"/>
              </a:lnSpc>
            </a:pPr>
            <a:r>
              <a:rPr lang="en-US" b="true" sz="1037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Habilidades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4747642" y="6636115"/>
            <a:ext cx="717157" cy="10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"/>
              </a:lnSpc>
            </a:pPr>
            <a:r>
              <a:rPr lang="en-US" b="true" sz="887" spc="8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COMERCIO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1667784" y="6824661"/>
            <a:ext cx="642652" cy="12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3"/>
              </a:lnSpc>
            </a:pPr>
            <a:r>
              <a:rPr lang="en-US" b="true" sz="949" spc="1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Reposición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6648570" y="1839726"/>
            <a:ext cx="826650" cy="1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"/>
              </a:lnSpc>
            </a:pPr>
            <a:r>
              <a:rPr lang="en-US" sz="1142" spc="22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Paso 3 de 4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1667793" y="7808218"/>
            <a:ext cx="642636" cy="12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"/>
              </a:lnSpc>
            </a:pPr>
            <a:r>
              <a:rPr lang="en-US" b="true" sz="914" spc="1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Honestidad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535852" y="1121709"/>
            <a:ext cx="427413" cy="15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6"/>
              </a:lnSpc>
            </a:pPr>
            <a:r>
              <a:rPr lang="en-US" sz="1270" spc="25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Atrás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3694783" y="3806755"/>
            <a:ext cx="553436" cy="12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Cualidad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3533808" y="7808241"/>
            <a:ext cx="607495" cy="12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Paciencia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4252"/>
            <a:ext cx="18154301" cy="9882748"/>
          </a:xfrm>
          <a:custGeom>
            <a:avLst/>
            <a:gdLst/>
            <a:ahLst/>
            <a:cxnLst/>
            <a:rect r="r" b="b" t="t" l="l"/>
            <a:pathLst>
              <a:path h="9882748" w="18154301">
                <a:moveTo>
                  <a:pt x="0" y="0"/>
                </a:moveTo>
                <a:lnTo>
                  <a:pt x="18154301" y="0"/>
                </a:lnTo>
                <a:lnTo>
                  <a:pt x="18154301" y="9882748"/>
                </a:lnTo>
                <a:lnTo>
                  <a:pt x="0" y="9882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0267" y="2597695"/>
            <a:ext cx="5451202" cy="4684627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3"/>
              <a:stretch>
                <a:fillRect l="-60260" t="0" r="-6026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7450" y="343814"/>
            <a:ext cx="17533100" cy="9599372"/>
          </a:xfrm>
          <a:custGeom>
            <a:avLst/>
            <a:gdLst/>
            <a:ahLst/>
            <a:cxnLst/>
            <a:rect r="r" b="b" t="t" l="l"/>
            <a:pathLst>
              <a:path h="9599372" w="17533100">
                <a:moveTo>
                  <a:pt x="0" y="0"/>
                </a:moveTo>
                <a:lnTo>
                  <a:pt x="17533100" y="0"/>
                </a:lnTo>
                <a:lnTo>
                  <a:pt x="17533100" y="9599372"/>
                </a:lnTo>
                <a:lnTo>
                  <a:pt x="0" y="9599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0127" y="583145"/>
            <a:ext cx="18322061" cy="9951169"/>
          </a:xfrm>
          <a:custGeom>
            <a:avLst/>
            <a:gdLst/>
            <a:ahLst/>
            <a:cxnLst/>
            <a:rect r="r" b="b" t="t" l="l"/>
            <a:pathLst>
              <a:path h="9951169" w="18322061">
                <a:moveTo>
                  <a:pt x="0" y="0"/>
                </a:moveTo>
                <a:lnTo>
                  <a:pt x="18322061" y="0"/>
                </a:lnTo>
                <a:lnTo>
                  <a:pt x="18322061" y="9951169"/>
                </a:lnTo>
                <a:lnTo>
                  <a:pt x="0" y="9951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782" y="220842"/>
            <a:ext cx="18359565" cy="9845317"/>
          </a:xfrm>
          <a:custGeom>
            <a:avLst/>
            <a:gdLst/>
            <a:ahLst/>
            <a:cxnLst/>
            <a:rect r="r" b="b" t="t" l="l"/>
            <a:pathLst>
              <a:path h="9845317" w="18359565">
                <a:moveTo>
                  <a:pt x="0" y="0"/>
                </a:moveTo>
                <a:lnTo>
                  <a:pt x="18359564" y="0"/>
                </a:lnTo>
                <a:lnTo>
                  <a:pt x="18359564" y="9845316"/>
                </a:lnTo>
                <a:lnTo>
                  <a:pt x="0" y="9845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560" y="200655"/>
            <a:ext cx="18138880" cy="9885690"/>
          </a:xfrm>
          <a:custGeom>
            <a:avLst/>
            <a:gdLst/>
            <a:ahLst/>
            <a:cxnLst/>
            <a:rect r="r" b="b" t="t" l="l"/>
            <a:pathLst>
              <a:path h="9885690" w="18138880">
                <a:moveTo>
                  <a:pt x="0" y="0"/>
                </a:moveTo>
                <a:lnTo>
                  <a:pt x="18138880" y="0"/>
                </a:lnTo>
                <a:lnTo>
                  <a:pt x="18138880" y="9885690"/>
                </a:lnTo>
                <a:lnTo>
                  <a:pt x="0" y="9885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095" y="239724"/>
            <a:ext cx="17933811" cy="9807553"/>
          </a:xfrm>
          <a:custGeom>
            <a:avLst/>
            <a:gdLst/>
            <a:ahLst/>
            <a:cxnLst/>
            <a:rect r="r" b="b" t="t" l="l"/>
            <a:pathLst>
              <a:path h="9807553" w="17933811">
                <a:moveTo>
                  <a:pt x="0" y="0"/>
                </a:moveTo>
                <a:lnTo>
                  <a:pt x="17933810" y="0"/>
                </a:lnTo>
                <a:lnTo>
                  <a:pt x="17933810" y="9807552"/>
                </a:lnTo>
                <a:lnTo>
                  <a:pt x="0" y="9807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889" y="221000"/>
            <a:ext cx="18064222" cy="9845001"/>
          </a:xfrm>
          <a:custGeom>
            <a:avLst/>
            <a:gdLst/>
            <a:ahLst/>
            <a:cxnLst/>
            <a:rect r="r" b="b" t="t" l="l"/>
            <a:pathLst>
              <a:path h="9845001" w="18064222">
                <a:moveTo>
                  <a:pt x="0" y="0"/>
                </a:moveTo>
                <a:lnTo>
                  <a:pt x="18064222" y="0"/>
                </a:lnTo>
                <a:lnTo>
                  <a:pt x="18064222" y="9845000"/>
                </a:lnTo>
                <a:lnTo>
                  <a:pt x="0" y="984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4583" y="260225"/>
            <a:ext cx="17858835" cy="9766550"/>
          </a:xfrm>
          <a:custGeom>
            <a:avLst/>
            <a:gdLst/>
            <a:ahLst/>
            <a:cxnLst/>
            <a:rect r="r" b="b" t="t" l="l"/>
            <a:pathLst>
              <a:path h="9766550" w="17858835">
                <a:moveTo>
                  <a:pt x="0" y="0"/>
                </a:moveTo>
                <a:lnTo>
                  <a:pt x="17858834" y="0"/>
                </a:lnTo>
                <a:lnTo>
                  <a:pt x="17858834" y="9766550"/>
                </a:lnTo>
                <a:lnTo>
                  <a:pt x="0" y="9766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7921" y="1028700"/>
            <a:ext cx="18077195" cy="8720071"/>
          </a:xfrm>
          <a:custGeom>
            <a:avLst/>
            <a:gdLst/>
            <a:ahLst/>
            <a:cxnLst/>
            <a:rect r="r" b="b" t="t" l="l"/>
            <a:pathLst>
              <a:path h="8720071" w="18077195">
                <a:moveTo>
                  <a:pt x="0" y="0"/>
                </a:moveTo>
                <a:lnTo>
                  <a:pt x="18077195" y="0"/>
                </a:lnTo>
                <a:lnTo>
                  <a:pt x="18077195" y="8720071"/>
                </a:lnTo>
                <a:lnTo>
                  <a:pt x="0" y="8720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8" r="0" b="-4729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Diapositiva Keet" descr="QVAC entiende, Chambea decide, Keet conecta: envío del panal, videollamada con asesor y contacto seguro en el Banco de talento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DAHZXPDLTvo</dc:identifier>
  <dcterms:modified xsi:type="dcterms:W3CDTF">2011-08-01T06:04:30Z</dcterms:modified>
  <cp:revision>1</cp:revision>
  <dc:title>CHAMBEA</dc:title>
</cp:coreProperties>
</file>