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EXPERIENCE · KEET · 10 segundos
“Y para no dejarla sola: QVAC entiende lo que cuenta, Chambea decide su ruta y Keet, también del ecosistema Tether, la conecta con un asesor por videollamada privada, de persona a persona y sin servidores. Así comparte su panal o habla con una empresa sin dar su número de celular.”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ción"/>
          <p:cNvSpPr txBox="1"/>
          <p:nvPr/>
        </p:nvSpPr>
        <p:spPr>
          <a:xfrm>
            <a:off x="822960" y="576072"/>
            <a:ext cx="5120640" cy="521208"/>
          </a:xfrm>
          <a:prstGeom prst="roundRect">
            <a:avLst>
              <a:gd name="adj" fmla="val 49123"/>
            </a:avLst>
          </a:prstGeom>
          <a:solidFill>
            <a:srgbClr val="26A1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0E1A17"/>
                </a:solidFill>
              </a:rPr>
              <a:t>04 · EXPERIENCE · KEET</a:t>
            </a:r>
            <a:endParaRPr lang="en-US" sz="1700" dirty="0"/>
          </a:p>
        </p:txBody>
      </p:sp>
      <p:sp>
        <p:nvSpPr>
          <p:cNvPr id="3" name="Título"/>
          <p:cNvSpPr txBox="1"/>
          <p:nvPr/>
        </p:nvSpPr>
        <p:spPr>
          <a:xfrm>
            <a:off x="822960" y="1298448"/>
            <a:ext cx="1664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La conecta con un asesor por Keet, </a:t>
            </a:r>
            <a:pPr indent="0" marL="0">
              <a:buNone/>
            </a:pPr>
            <a:r>
              <a:rPr lang="en-US" sz="4800" b="1" dirty="0">
                <a:solidFill>
                  <a:srgbClr val="5FD3A9"/>
                </a:solidFill>
              </a:rPr>
              <a:t>sin servidores</a:t>
            </a:r>
            <a:endParaRPr lang="en-US" sz="4800" dirty="0"/>
          </a:p>
        </p:txBody>
      </p:sp>
      <p:sp>
        <p:nvSpPr>
          <p:cNvPr id="4" name="Hexágono QVAC"/>
          <p:cNvSpPr txBox="1"/>
          <p:nvPr/>
        </p:nvSpPr>
        <p:spPr>
          <a:xfrm>
            <a:off x="822960" y="2606040"/>
            <a:ext cx="2011680" cy="1737360"/>
          </a:xfrm>
          <a:prstGeom prst="hexagon">
            <a:avLst/>
          </a:prstGeom>
          <a:solidFill>
            <a:srgbClr val="F5B8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A17"/>
                </a:solidFill>
              </a:rPr>
              <a:t>QVAC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34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entiende lo que cuentas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30175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FD3A9"/>
                </a:solidFill>
              </a:rPr>
              <a:t>›</a:t>
            </a:r>
            <a:endParaRPr lang="en-US" sz="5400" dirty="0"/>
          </a:p>
        </p:txBody>
      </p:sp>
      <p:sp>
        <p:nvSpPr>
          <p:cNvPr id="7" name="Hexágono chambea"/>
          <p:cNvSpPr txBox="1"/>
          <p:nvPr/>
        </p:nvSpPr>
        <p:spPr>
          <a:xfrm>
            <a:off x="3520440" y="2606040"/>
            <a:ext cx="2011680" cy="1737360"/>
          </a:xfrm>
          <a:prstGeom prst="hexagon">
            <a:avLst/>
          </a:prstGeom>
          <a:solidFill>
            <a:srgbClr val="26A1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A17"/>
                </a:solidFill>
              </a:rPr>
              <a:t>chambea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4434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decide tu ruta y tu paso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301752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FD3A9"/>
                </a:solidFill>
              </a:rPr>
              <a:t>›</a:t>
            </a:r>
            <a:endParaRPr lang="en-US" sz="5400" dirty="0"/>
          </a:p>
        </p:txBody>
      </p:sp>
      <p:sp>
        <p:nvSpPr>
          <p:cNvPr id="10" name="Hexágono keet"/>
          <p:cNvSpPr txBox="1"/>
          <p:nvPr/>
        </p:nvSpPr>
        <p:spPr>
          <a:xfrm>
            <a:off x="6217920" y="2606040"/>
            <a:ext cx="2011680" cy="1737360"/>
          </a:xfrm>
          <a:prstGeom prst="hexagon">
            <a:avLst/>
          </a:prstGeom>
          <a:solidFill>
            <a:srgbClr val="FFF6D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A17"/>
                </a:solidFill>
              </a:rPr>
              <a:t>keet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4434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 conecta con personas</a:t>
            </a:r>
            <a:endParaRPr lang="en-US" sz="1600" dirty="0"/>
          </a:p>
        </p:txBody>
      </p:sp>
      <p:sp>
        <p:nvSpPr>
          <p:cNvPr id="12" name="Uso 1"/>
          <p:cNvSpPr txBox="1"/>
          <p:nvPr/>
        </p:nvSpPr>
        <p:spPr>
          <a:xfrm>
            <a:off x="822960" y="5440680"/>
            <a:ext cx="777240" cy="676656"/>
          </a:xfrm>
          <a:prstGeom prst="hexagon">
            <a:avLst/>
          </a:prstGeom>
          <a:solidFill>
            <a:srgbClr val="F5B8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A17"/>
                </a:solidFill>
              </a:rPr>
              <a:t>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5385816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Envía su panal al asesor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5D3CF"/>
                </a:solidFill>
              </a:rPr>
              <a:t>Desde «Mi panal»: copia el enlace y abre la sala del Centro de Empleo.</a:t>
            </a:r>
            <a:endParaRPr lang="en-US" sz="1800" dirty="0"/>
          </a:p>
        </p:txBody>
      </p:sp>
      <p:sp>
        <p:nvSpPr>
          <p:cNvPr id="14" name="Uso 2"/>
          <p:cNvSpPr txBox="1"/>
          <p:nvPr/>
        </p:nvSpPr>
        <p:spPr>
          <a:xfrm>
            <a:off x="822960" y="6629400"/>
            <a:ext cx="777240" cy="676656"/>
          </a:xfrm>
          <a:prstGeom prst="hexagon">
            <a:avLst/>
          </a:prstGeom>
          <a:solidFill>
            <a:srgbClr val="F5B8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A17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6574536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Videollamada privada con un asesor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5D3CF"/>
                </a:solidFill>
              </a:rPr>
              <a:t>Desde su primer paso, sin moverse ni dejar de trabajar.</a:t>
            </a:r>
            <a:endParaRPr lang="en-US" sz="1800" dirty="0"/>
          </a:p>
        </p:txBody>
      </p:sp>
      <p:sp>
        <p:nvSpPr>
          <p:cNvPr id="16" name="Uso 3"/>
          <p:cNvSpPr txBox="1"/>
          <p:nvPr/>
        </p:nvSpPr>
        <p:spPr>
          <a:xfrm>
            <a:off x="822960" y="7818120"/>
            <a:ext cx="777240" cy="676656"/>
          </a:xfrm>
          <a:prstGeom prst="hexagon">
            <a:avLst/>
          </a:prstGeom>
          <a:solidFill>
            <a:srgbClr val="F5B8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A17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7763256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Contacto seguro en el Banco de talento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5D3CF"/>
                </a:solidFill>
              </a:rPr>
              <a:t>La empresa coordina con el Centro de Empleo. Ella comparte su enlace de Keet solo si quiere.</a:t>
            </a:r>
            <a:endParaRPr lang="en-US" sz="1800" dirty="0"/>
          </a:p>
        </p:txBody>
      </p:sp>
      <p:sp>
        <p:nvSpPr>
          <p:cNvPr id="18" name="Marco Mi panal"/>
          <p:cNvSpPr/>
          <p:nvPr/>
        </p:nvSpPr>
        <p:spPr>
          <a:xfrm>
            <a:off x="9052560" y="2423160"/>
            <a:ext cx="4343400" cy="6295823"/>
          </a:xfrm>
          <a:prstGeom prst="roundRect">
            <a:avLst>
              <a:gd name="adj" fmla="val 3789"/>
            </a:avLst>
          </a:prstGeom>
          <a:solidFill>
            <a:srgbClr val="FFFFFF"/>
          </a:solidFill>
          <a:ln w="12700">
            <a:solidFill>
              <a:srgbClr val="2C3D38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pic>
        <p:nvPicPr>
          <p:cNvPr id="19" name="Captura Mi panal" descr="Mi panal: enviar mi panal por Ke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2514600"/>
            <a:ext cx="4160520" cy="6112943"/>
          </a:xfrm>
          <a:prstGeom prst="rect">
            <a:avLst/>
          </a:prstGeom>
        </p:spPr>
      </p:pic>
      <p:sp>
        <p:nvSpPr>
          <p:cNvPr id="20" name="Marco Banco"/>
          <p:cNvSpPr/>
          <p:nvPr/>
        </p:nvSpPr>
        <p:spPr>
          <a:xfrm>
            <a:off x="13487400" y="2423160"/>
            <a:ext cx="4343400" cy="2453335"/>
          </a:xfrm>
          <a:prstGeom prst="roundRect">
            <a:avLst>
              <a:gd name="adj" fmla="val 6709"/>
            </a:avLst>
          </a:prstGeom>
          <a:solidFill>
            <a:srgbClr val="FFFFFF"/>
          </a:solidFill>
          <a:ln w="12700">
            <a:solidFill>
              <a:srgbClr val="2C3D38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pic>
        <p:nvPicPr>
          <p:cNvPr id="21" name="Captura Banco" descr="Banco: coordinar con el Centro de Empleo por Ke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8840" y="2514600"/>
            <a:ext cx="4160520" cy="2270455"/>
          </a:xfrm>
          <a:prstGeom prst="rect">
            <a:avLst/>
          </a:prstGeom>
        </p:spPr>
      </p:pic>
      <p:sp>
        <p:nvSpPr>
          <p:cNvPr id="22" name="Marco Tarjeta"/>
          <p:cNvSpPr/>
          <p:nvPr/>
        </p:nvSpPr>
        <p:spPr>
          <a:xfrm>
            <a:off x="13487400" y="5029200"/>
            <a:ext cx="4343400" cy="4331778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12700">
            <a:solidFill>
              <a:srgbClr val="2C3D38"/>
            </a:solidFill>
            <a:prstDash val="solid"/>
          </a:ln>
          <a:effectLst>
            <a:outerShdw sx="100000" sy="100000" kx="0" ky="0" algn="bl" rotWithShape="0" blurRad="152400" dist="63500" dir="5400000">
              <a:srgbClr val="000000">
                <a:alpha val="35000"/>
              </a:srgbClr>
            </a:outerShdw>
          </a:effectLst>
        </p:spPr>
      </p:sp>
      <p:pic>
        <p:nvPicPr>
          <p:cNvPr id="23" name="Captura tarjeta" descr="Tarjeta del banco con el sello Acepta Ke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8840" y="5120640"/>
            <a:ext cx="4160520" cy="414889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22960" y="9418320"/>
            <a:ext cx="1243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5D3CF"/>
                </a:solidFill>
              </a:rPr>
              <a:t>Keet (Holepunch, ecosistema Tether): chat y videollamadas cifrados de persona a persona (P2P). Nadie ve su número de celular. Cada Centro de Empleo se conecta con el enlace de invitación de su sala.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Chambea · Keet</dc:title>
  <dc:subject>PptxGenJS Presentation</dc:subject>
  <dc:creator>PptxGenJS</dc:creator>
  <cp:lastModifiedBy>PptxGenJS</cp:lastModifiedBy>
  <cp:revision>1</cp:revision>
  <dcterms:created xsi:type="dcterms:W3CDTF">2026-10-29T21:28:39Z</dcterms:created>
  <dcterms:modified xsi:type="dcterms:W3CDTF">2026-10-29T21:28:39Z</dcterms:modified>
</cp:coreProperties>
</file>